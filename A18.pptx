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</p:sldIdLst>
  <p:sldSz cx="18288000" cy="10287000"/>
  <p:notesSz cx="6858000" cy="9144000"/>
  <p:embeddedFontLst>
    <p:embeddedFont>
      <p:font typeface="Alexandria" panose="020B0604020202020204" charset="-78"/>
      <p:regular r:id="rId24"/>
    </p:embeddedFont>
    <p:embeddedFont>
      <p:font typeface="Alexandria Bold" panose="020B0604020202020204" charset="-78"/>
      <p:regular r:id="rId25"/>
    </p:embeddedFont>
    <p:embeddedFont>
      <p:font typeface="Garet" panose="020B0604020202020204" charset="0"/>
      <p:regular r:id="rId26"/>
    </p:embeddedFont>
    <p:embeddedFont>
      <p:font typeface="Garet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B3E62E-53E7-444A-BD1D-6D8E06C68A7A}" v="62" dt="2026-03-30T04:28:40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NDUJAA KARUNAKARAN" userId="3c0150a28bbbe832" providerId="LiveId" clId="{4DF95A99-BDBE-47A1-B9D4-4C71367F7BCC}"/>
    <pc:docChg chg="undo custSel addSld delSld modSld">
      <pc:chgData name="HINDUJAA KARUNAKARAN" userId="3c0150a28bbbe832" providerId="LiveId" clId="{4DF95A99-BDBE-47A1-B9D4-4C71367F7BCC}" dt="2026-03-30T04:28:56.704" v="583" actId="255"/>
      <pc:docMkLst>
        <pc:docMk/>
      </pc:docMkLst>
      <pc:sldChg chg="modSp mod modTransition">
        <pc:chgData name="HINDUJAA KARUNAKARAN" userId="3c0150a28bbbe832" providerId="LiveId" clId="{4DF95A99-BDBE-47A1-B9D4-4C71367F7BCC}" dt="2026-03-30T04:20:56.571" v="534"/>
        <pc:sldMkLst>
          <pc:docMk/>
          <pc:sldMk cId="0" sldId="256"/>
        </pc:sldMkLst>
        <pc:spChg chg="mod">
          <ac:chgData name="HINDUJAA KARUNAKARAN" userId="3c0150a28bbbe832" providerId="LiveId" clId="{4DF95A99-BDBE-47A1-B9D4-4C71367F7BCC}" dt="2026-03-30T03:52:24.715" v="169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HINDUJAA KARUNAKARAN" userId="3c0150a28bbbe832" providerId="LiveId" clId="{4DF95A99-BDBE-47A1-B9D4-4C71367F7BCC}" dt="2026-03-30T03:52:36.567" v="170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HINDUJAA KARUNAKARAN" userId="3c0150a28bbbe832" providerId="LiveId" clId="{4DF95A99-BDBE-47A1-B9D4-4C71367F7BCC}" dt="2026-03-30T03:54:06.552" v="205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HINDUJAA KARUNAKARAN" userId="3c0150a28bbbe832" providerId="LiveId" clId="{4DF95A99-BDBE-47A1-B9D4-4C71367F7BCC}" dt="2026-03-30T03:50:48.657" v="5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HINDUJAA KARUNAKARAN" userId="3c0150a28bbbe832" providerId="LiveId" clId="{4DF95A99-BDBE-47A1-B9D4-4C71367F7BCC}" dt="2026-03-30T03:51:37.289" v="15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HINDUJAA KARUNAKARAN" userId="3c0150a28bbbe832" providerId="LiveId" clId="{4DF95A99-BDBE-47A1-B9D4-4C71367F7BCC}" dt="2026-03-30T03:51:32.550" v="14" actId="1076"/>
          <ac:spMkLst>
            <pc:docMk/>
            <pc:sldMk cId="0" sldId="256"/>
            <ac:spMk id="15" creationId="{00000000-0000-0000-0000-000000000000}"/>
          </ac:spMkLst>
        </pc:spChg>
      </pc:sldChg>
      <pc:sldChg chg="modSp modTransition">
        <pc:chgData name="HINDUJAA KARUNAKARAN" userId="3c0150a28bbbe832" providerId="LiveId" clId="{4DF95A99-BDBE-47A1-B9D4-4C71367F7BCC}" dt="2026-03-30T04:28:01.384" v="578"/>
        <pc:sldMkLst>
          <pc:docMk/>
          <pc:sldMk cId="0" sldId="257"/>
        </pc:sldMkLst>
        <pc:spChg chg="mod">
          <ac:chgData name="HINDUJAA KARUNAKARAN" userId="3c0150a28bbbe832" providerId="LiveId" clId="{4DF95A99-BDBE-47A1-B9D4-4C71367F7BCC}" dt="2026-03-30T04:28:01.384" v="578"/>
          <ac:spMkLst>
            <pc:docMk/>
            <pc:sldMk cId="0" sldId="257"/>
            <ac:spMk id="3" creationId="{00000000-0000-0000-0000-000000000000}"/>
          </ac:spMkLst>
        </pc:spChg>
      </pc:sldChg>
      <pc:sldChg chg="modSp modTransition">
        <pc:chgData name="HINDUJAA KARUNAKARAN" userId="3c0150a28bbbe832" providerId="LiveId" clId="{4DF95A99-BDBE-47A1-B9D4-4C71367F7BCC}" dt="2026-03-30T04:28:08.359" v="579"/>
        <pc:sldMkLst>
          <pc:docMk/>
          <pc:sldMk cId="0" sldId="258"/>
        </pc:sldMkLst>
        <pc:spChg chg="mod">
          <ac:chgData name="HINDUJAA KARUNAKARAN" userId="3c0150a28bbbe832" providerId="LiveId" clId="{4DF95A99-BDBE-47A1-B9D4-4C71367F7BCC}" dt="2026-03-30T04:28:08.359" v="579"/>
          <ac:spMkLst>
            <pc:docMk/>
            <pc:sldMk cId="0" sldId="258"/>
            <ac:spMk id="5" creationId="{00000000-0000-0000-0000-000000000000}"/>
          </ac:spMkLst>
        </pc:spChg>
      </pc:sldChg>
      <pc:sldChg chg="modSp mod modTransition">
        <pc:chgData name="HINDUJAA KARUNAKARAN" userId="3c0150a28bbbe832" providerId="LiveId" clId="{4DF95A99-BDBE-47A1-B9D4-4C71367F7BCC}" dt="2026-03-30T04:28:16.272" v="580"/>
        <pc:sldMkLst>
          <pc:docMk/>
          <pc:sldMk cId="0" sldId="259"/>
        </pc:sldMkLst>
        <pc:spChg chg="mod">
          <ac:chgData name="HINDUJAA KARUNAKARAN" userId="3c0150a28bbbe832" providerId="LiveId" clId="{4DF95A99-BDBE-47A1-B9D4-4C71367F7BCC}" dt="2026-03-30T04:28:16.272" v="580"/>
          <ac:spMkLst>
            <pc:docMk/>
            <pc:sldMk cId="0" sldId="259"/>
            <ac:spMk id="3" creationId="{00000000-0000-0000-0000-000000000000}"/>
          </ac:spMkLst>
        </pc:spChg>
        <pc:spChg chg="mod">
          <ac:chgData name="HINDUJAA KARUNAKARAN" userId="3c0150a28bbbe832" providerId="LiveId" clId="{4DF95A99-BDBE-47A1-B9D4-4C71367F7BCC}" dt="2026-03-30T03:54:26.455" v="208" actId="20577"/>
          <ac:spMkLst>
            <pc:docMk/>
            <pc:sldMk cId="0" sldId="259"/>
            <ac:spMk id="4" creationId="{00000000-0000-0000-0000-000000000000}"/>
          </ac:spMkLst>
        </pc:spChg>
      </pc:sldChg>
      <pc:sldChg chg="modTransition">
        <pc:chgData name="HINDUJAA KARUNAKARAN" userId="3c0150a28bbbe832" providerId="LiveId" clId="{4DF95A99-BDBE-47A1-B9D4-4C71367F7BCC}" dt="2026-03-30T04:23:25.761" v="552"/>
        <pc:sldMkLst>
          <pc:docMk/>
          <pc:sldMk cId="0" sldId="260"/>
        </pc:sldMkLst>
      </pc:sldChg>
      <pc:sldChg chg="modSp modTransition">
        <pc:chgData name="HINDUJAA KARUNAKARAN" userId="3c0150a28bbbe832" providerId="LiveId" clId="{4DF95A99-BDBE-47A1-B9D4-4C71367F7BCC}" dt="2026-03-30T04:28:29.594" v="581"/>
        <pc:sldMkLst>
          <pc:docMk/>
          <pc:sldMk cId="0" sldId="261"/>
        </pc:sldMkLst>
        <pc:spChg chg="mod">
          <ac:chgData name="HINDUJAA KARUNAKARAN" userId="3c0150a28bbbe832" providerId="LiveId" clId="{4DF95A99-BDBE-47A1-B9D4-4C71367F7BCC}" dt="2026-03-30T04:28:29.594" v="581"/>
          <ac:spMkLst>
            <pc:docMk/>
            <pc:sldMk cId="0" sldId="261"/>
            <ac:spMk id="4" creationId="{00000000-0000-0000-0000-000000000000}"/>
          </ac:spMkLst>
        </pc:spChg>
      </pc:sldChg>
      <pc:sldChg chg="delSp modSp mod modTransition">
        <pc:chgData name="HINDUJAA KARUNAKARAN" userId="3c0150a28bbbe832" providerId="LiveId" clId="{4DF95A99-BDBE-47A1-B9D4-4C71367F7BCC}" dt="2026-03-30T04:24:18.043" v="562"/>
        <pc:sldMkLst>
          <pc:docMk/>
          <pc:sldMk cId="0" sldId="262"/>
        </pc:sldMkLst>
        <pc:spChg chg="del mod">
          <ac:chgData name="HINDUJAA KARUNAKARAN" userId="3c0150a28bbbe832" providerId="LiveId" clId="{4DF95A99-BDBE-47A1-B9D4-4C71367F7BCC}" dt="2026-03-30T04:24:14.659" v="561"/>
          <ac:spMkLst>
            <pc:docMk/>
            <pc:sldMk cId="0" sldId="262"/>
            <ac:spMk id="8" creationId="{00000000-0000-0000-0000-000000000000}"/>
          </ac:spMkLst>
        </pc:spChg>
        <pc:grpChg chg="del">
          <ac:chgData name="HINDUJAA KARUNAKARAN" userId="3c0150a28bbbe832" providerId="LiveId" clId="{4DF95A99-BDBE-47A1-B9D4-4C71367F7BCC}" dt="2026-03-30T04:24:14.659" v="559" actId="478"/>
          <ac:grpSpMkLst>
            <pc:docMk/>
            <pc:sldMk cId="0" sldId="262"/>
            <ac:grpSpMk id="4" creationId="{00000000-0000-0000-0000-000000000000}"/>
          </ac:grpSpMkLst>
        </pc:grpChg>
      </pc:sldChg>
      <pc:sldChg chg="delSp modSp mod modTransition">
        <pc:chgData name="HINDUJAA KARUNAKARAN" userId="3c0150a28bbbe832" providerId="LiveId" clId="{4DF95A99-BDBE-47A1-B9D4-4C71367F7BCC}" dt="2026-03-30T04:24:20.479" v="563"/>
        <pc:sldMkLst>
          <pc:docMk/>
          <pc:sldMk cId="0" sldId="263"/>
        </pc:sldMkLst>
        <pc:spChg chg="mod">
          <ac:chgData name="HINDUJAA KARUNAKARAN" userId="3c0150a28bbbe832" providerId="LiveId" clId="{4DF95A99-BDBE-47A1-B9D4-4C71367F7BCC}" dt="2026-03-30T04:06:13.979" v="291" actId="14100"/>
          <ac:spMkLst>
            <pc:docMk/>
            <pc:sldMk cId="0" sldId="263"/>
            <ac:spMk id="3" creationId="{00000000-0000-0000-0000-000000000000}"/>
          </ac:spMkLst>
        </pc:spChg>
        <pc:grpChg chg="del">
          <ac:chgData name="HINDUJAA KARUNAKARAN" userId="3c0150a28bbbe832" providerId="LiveId" clId="{4DF95A99-BDBE-47A1-B9D4-4C71367F7BCC}" dt="2026-03-30T04:00:09.375" v="237" actId="478"/>
          <ac:grpSpMkLst>
            <pc:docMk/>
            <pc:sldMk cId="0" sldId="263"/>
            <ac:grpSpMk id="5" creationId="{00000000-0000-0000-0000-000000000000}"/>
          </ac:grpSpMkLst>
        </pc:grpChg>
      </pc:sldChg>
      <pc:sldChg chg="modSp mod modTransition">
        <pc:chgData name="HINDUJAA KARUNAKARAN" userId="3c0150a28bbbe832" providerId="LiveId" clId="{4DF95A99-BDBE-47A1-B9D4-4C71367F7BCC}" dt="2026-03-30T04:24:23.494" v="564"/>
        <pc:sldMkLst>
          <pc:docMk/>
          <pc:sldMk cId="0" sldId="264"/>
        </pc:sldMkLst>
        <pc:spChg chg="mod">
          <ac:chgData name="HINDUJAA KARUNAKARAN" userId="3c0150a28bbbe832" providerId="LiveId" clId="{4DF95A99-BDBE-47A1-B9D4-4C71367F7BCC}" dt="2026-03-30T04:06:37.229" v="292" actId="255"/>
          <ac:spMkLst>
            <pc:docMk/>
            <pc:sldMk cId="0" sldId="264"/>
            <ac:spMk id="3" creationId="{00000000-0000-0000-0000-000000000000}"/>
          </ac:spMkLst>
        </pc:spChg>
        <pc:spChg chg="mod">
          <ac:chgData name="HINDUJAA KARUNAKARAN" userId="3c0150a28bbbe832" providerId="LiveId" clId="{4DF95A99-BDBE-47A1-B9D4-4C71367F7BCC}" dt="2026-03-30T03:57:01.870" v="222" actId="20577"/>
          <ac:spMkLst>
            <pc:docMk/>
            <pc:sldMk cId="0" sldId="264"/>
            <ac:spMk id="4" creationId="{00000000-0000-0000-0000-000000000000}"/>
          </ac:spMkLst>
        </pc:spChg>
      </pc:sldChg>
      <pc:sldChg chg="delSp modSp mod modTransition">
        <pc:chgData name="HINDUJAA KARUNAKARAN" userId="3c0150a28bbbe832" providerId="LiveId" clId="{4DF95A99-BDBE-47A1-B9D4-4C71367F7BCC}" dt="2026-03-30T04:24:29.587" v="565"/>
        <pc:sldMkLst>
          <pc:docMk/>
          <pc:sldMk cId="0" sldId="265"/>
        </pc:sldMkLst>
        <pc:spChg chg="mod">
          <ac:chgData name="HINDUJAA KARUNAKARAN" userId="3c0150a28bbbe832" providerId="LiveId" clId="{4DF95A99-BDBE-47A1-B9D4-4C71367F7BCC}" dt="2026-03-30T04:06:54.612" v="293" actId="255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HINDUJAA KARUNAKARAN" userId="3c0150a28bbbe832" providerId="LiveId" clId="{4DF95A99-BDBE-47A1-B9D4-4C71367F7BCC}" dt="2026-03-30T03:57:13.730" v="227"/>
          <ac:spMkLst>
            <pc:docMk/>
            <pc:sldMk cId="0" sldId="265"/>
            <ac:spMk id="9" creationId="{00000000-0000-0000-0000-000000000000}"/>
          </ac:spMkLst>
        </pc:spChg>
        <pc:grpChg chg="del">
          <ac:chgData name="HINDUJAA KARUNAKARAN" userId="3c0150a28bbbe832" providerId="LiveId" clId="{4DF95A99-BDBE-47A1-B9D4-4C71367F7BCC}" dt="2026-03-30T03:57:07.701" v="223" actId="478"/>
          <ac:grpSpMkLst>
            <pc:docMk/>
            <pc:sldMk cId="0" sldId="265"/>
            <ac:grpSpMk id="4" creationId="{00000000-0000-0000-0000-000000000000}"/>
          </ac:grpSpMkLst>
        </pc:grpChg>
      </pc:sldChg>
      <pc:sldChg chg="modSp modTransition">
        <pc:chgData name="HINDUJAA KARUNAKARAN" userId="3c0150a28bbbe832" providerId="LiveId" clId="{4DF95A99-BDBE-47A1-B9D4-4C71367F7BCC}" dt="2026-03-30T04:24:35.339" v="566"/>
        <pc:sldMkLst>
          <pc:docMk/>
          <pc:sldMk cId="0" sldId="266"/>
        </pc:sldMkLst>
        <pc:spChg chg="mod">
          <ac:chgData name="HINDUJAA KARUNAKARAN" userId="3c0150a28bbbe832" providerId="LiveId" clId="{4DF95A99-BDBE-47A1-B9D4-4C71367F7BCC}" dt="2026-03-30T04:05:21.598" v="282"/>
          <ac:spMkLst>
            <pc:docMk/>
            <pc:sldMk cId="0" sldId="266"/>
            <ac:spMk id="3" creationId="{00000000-0000-0000-0000-000000000000}"/>
          </ac:spMkLst>
        </pc:spChg>
      </pc:sldChg>
      <pc:sldChg chg="modSp mod modTransition">
        <pc:chgData name="HINDUJAA KARUNAKARAN" userId="3c0150a28bbbe832" providerId="LiveId" clId="{4DF95A99-BDBE-47A1-B9D4-4C71367F7BCC}" dt="2026-03-30T04:24:41.115" v="567"/>
        <pc:sldMkLst>
          <pc:docMk/>
          <pc:sldMk cId="0" sldId="267"/>
        </pc:sldMkLst>
        <pc:spChg chg="mod">
          <ac:chgData name="HINDUJAA KARUNAKARAN" userId="3c0150a28bbbe832" providerId="LiveId" clId="{4DF95A99-BDBE-47A1-B9D4-4C71367F7BCC}" dt="2026-03-30T04:07:21.413" v="296" actId="14100"/>
          <ac:spMkLst>
            <pc:docMk/>
            <pc:sldMk cId="0" sldId="267"/>
            <ac:spMk id="5" creationId="{00000000-0000-0000-0000-000000000000}"/>
          </ac:spMkLst>
        </pc:spChg>
      </pc:sldChg>
      <pc:sldChg chg="addSp delSp modSp mod modTransition">
        <pc:chgData name="HINDUJAA KARUNAKARAN" userId="3c0150a28bbbe832" providerId="LiveId" clId="{4DF95A99-BDBE-47A1-B9D4-4C71367F7BCC}" dt="2026-03-30T04:14:15.356" v="464"/>
        <pc:sldMkLst>
          <pc:docMk/>
          <pc:sldMk cId="0" sldId="268"/>
        </pc:sldMkLst>
        <pc:spChg chg="mod">
          <ac:chgData name="HINDUJAA KARUNAKARAN" userId="3c0150a28bbbe832" providerId="LiveId" clId="{4DF95A99-BDBE-47A1-B9D4-4C71367F7BCC}" dt="2026-03-30T04:07:56.210" v="299" actId="14100"/>
          <ac:spMkLst>
            <pc:docMk/>
            <pc:sldMk cId="0" sldId="268"/>
            <ac:spMk id="7" creationId="{00000000-0000-0000-0000-000000000000}"/>
          </ac:spMkLst>
        </pc:spChg>
        <pc:spChg chg="mod">
          <ac:chgData name="HINDUJAA KARUNAKARAN" userId="3c0150a28bbbe832" providerId="LiveId" clId="{4DF95A99-BDBE-47A1-B9D4-4C71367F7BCC}" dt="2026-03-30T04:08:07.486" v="301" actId="14100"/>
          <ac:spMkLst>
            <pc:docMk/>
            <pc:sldMk cId="0" sldId="268"/>
            <ac:spMk id="9" creationId="{00000000-0000-0000-0000-000000000000}"/>
          </ac:spMkLst>
        </pc:spChg>
        <pc:spChg chg="del mod">
          <ac:chgData name="HINDUJAA KARUNAKARAN" userId="3c0150a28bbbe832" providerId="LiveId" clId="{4DF95A99-BDBE-47A1-B9D4-4C71367F7BCC}" dt="2026-03-30T03:59:51.168" v="236"/>
          <ac:spMkLst>
            <pc:docMk/>
            <pc:sldMk cId="0" sldId="268"/>
            <ac:spMk id="10" creationId="{00000000-0000-0000-0000-000000000000}"/>
          </ac:spMkLst>
        </pc:spChg>
        <pc:spChg chg="add mod">
          <ac:chgData name="HINDUJAA KARUNAKARAN" userId="3c0150a28bbbe832" providerId="LiveId" clId="{4DF95A99-BDBE-47A1-B9D4-4C71367F7BCC}" dt="2026-03-30T04:13:47.156" v="460" actId="14100"/>
          <ac:spMkLst>
            <pc:docMk/>
            <pc:sldMk cId="0" sldId="268"/>
            <ac:spMk id="11" creationId="{238624F8-637A-A826-03E0-289A4B25F0BB}"/>
          </ac:spMkLst>
        </pc:spChg>
        <pc:grpChg chg="del">
          <ac:chgData name="HINDUJAA KARUNAKARAN" userId="3c0150a28bbbe832" providerId="LiveId" clId="{4DF95A99-BDBE-47A1-B9D4-4C71367F7BCC}" dt="2026-03-30T03:59:51.167" v="234" actId="478"/>
          <ac:grpSpMkLst>
            <pc:docMk/>
            <pc:sldMk cId="0" sldId="268"/>
            <ac:grpSpMk id="4" creationId="{00000000-0000-0000-0000-000000000000}"/>
          </ac:grpSpMkLst>
        </pc:grpChg>
      </pc:sldChg>
      <pc:sldChg chg="modSp mod modTransition">
        <pc:chgData name="HINDUJAA KARUNAKARAN" userId="3c0150a28bbbe832" providerId="LiveId" clId="{4DF95A99-BDBE-47A1-B9D4-4C71367F7BCC}" dt="2026-03-30T04:24:43.509" v="568"/>
        <pc:sldMkLst>
          <pc:docMk/>
          <pc:sldMk cId="0" sldId="269"/>
        </pc:sldMkLst>
        <pc:spChg chg="mod">
          <ac:chgData name="HINDUJAA KARUNAKARAN" userId="3c0150a28bbbe832" providerId="LiveId" clId="{4DF95A99-BDBE-47A1-B9D4-4C71367F7BCC}" dt="2026-03-30T04:07:36.239" v="297" actId="255"/>
          <ac:spMkLst>
            <pc:docMk/>
            <pc:sldMk cId="0" sldId="269"/>
            <ac:spMk id="5" creationId="{00000000-0000-0000-0000-000000000000}"/>
          </ac:spMkLst>
        </pc:spChg>
      </pc:sldChg>
      <pc:sldChg chg="modSp mod modTransition">
        <pc:chgData name="HINDUJAA KARUNAKARAN" userId="3c0150a28bbbe832" providerId="LiveId" clId="{4DF95A99-BDBE-47A1-B9D4-4C71367F7BCC}" dt="2026-03-30T04:27:44.533" v="577" actId="20577"/>
        <pc:sldMkLst>
          <pc:docMk/>
          <pc:sldMk cId="0" sldId="270"/>
        </pc:sldMkLst>
        <pc:spChg chg="mod">
          <ac:chgData name="HINDUJAA KARUNAKARAN" userId="3c0150a28bbbe832" providerId="LiveId" clId="{4DF95A99-BDBE-47A1-B9D4-4C71367F7BCC}" dt="2026-03-30T04:27:44.533" v="577" actId="20577"/>
          <ac:spMkLst>
            <pc:docMk/>
            <pc:sldMk cId="0" sldId="270"/>
            <ac:spMk id="5" creationId="{00000000-0000-0000-0000-000000000000}"/>
          </ac:spMkLst>
        </pc:spChg>
      </pc:sldChg>
      <pc:sldChg chg="modTransition">
        <pc:chgData name="HINDUJAA KARUNAKARAN" userId="3c0150a28bbbe832" providerId="LiveId" clId="{4DF95A99-BDBE-47A1-B9D4-4C71367F7BCC}" dt="2026-03-30T04:24:48.016" v="570"/>
        <pc:sldMkLst>
          <pc:docMk/>
          <pc:sldMk cId="0" sldId="271"/>
        </pc:sldMkLst>
      </pc:sldChg>
      <pc:sldChg chg="modSp mod modTransition">
        <pc:chgData name="HINDUJAA KARUNAKARAN" userId="3c0150a28bbbe832" providerId="LiveId" clId="{4DF95A99-BDBE-47A1-B9D4-4C71367F7BCC}" dt="2026-03-30T04:24:51.375" v="571"/>
        <pc:sldMkLst>
          <pc:docMk/>
          <pc:sldMk cId="0" sldId="272"/>
        </pc:sldMkLst>
        <pc:spChg chg="mod">
          <ac:chgData name="HINDUJAA KARUNAKARAN" userId="3c0150a28bbbe832" providerId="LiveId" clId="{4DF95A99-BDBE-47A1-B9D4-4C71367F7BCC}" dt="2026-03-30T04:04:17.246" v="273" actId="20577"/>
          <ac:spMkLst>
            <pc:docMk/>
            <pc:sldMk cId="0" sldId="272"/>
            <ac:spMk id="4" creationId="{00000000-0000-0000-0000-000000000000}"/>
          </ac:spMkLst>
        </pc:spChg>
      </pc:sldChg>
      <pc:sldChg chg="modTransition">
        <pc:chgData name="HINDUJAA KARUNAKARAN" userId="3c0150a28bbbe832" providerId="LiveId" clId="{4DF95A99-BDBE-47A1-B9D4-4C71367F7BCC}" dt="2026-03-30T04:24:54.081" v="572"/>
        <pc:sldMkLst>
          <pc:docMk/>
          <pc:sldMk cId="0" sldId="273"/>
        </pc:sldMkLst>
      </pc:sldChg>
      <pc:sldChg chg="modTransition">
        <pc:chgData name="HINDUJAA KARUNAKARAN" userId="3c0150a28bbbe832" providerId="LiveId" clId="{4DF95A99-BDBE-47A1-B9D4-4C71367F7BCC}" dt="2026-03-30T04:25:00.529" v="574"/>
        <pc:sldMkLst>
          <pc:docMk/>
          <pc:sldMk cId="0" sldId="274"/>
        </pc:sldMkLst>
      </pc:sldChg>
      <pc:sldChg chg="delSp modSp mod modTransition">
        <pc:chgData name="HINDUJAA KARUNAKARAN" userId="3c0150a28bbbe832" providerId="LiveId" clId="{4DF95A99-BDBE-47A1-B9D4-4C71367F7BCC}" dt="2026-03-30T04:24:56.645" v="573"/>
        <pc:sldMkLst>
          <pc:docMk/>
          <pc:sldMk cId="0" sldId="275"/>
        </pc:sldMkLst>
        <pc:spChg chg="mod">
          <ac:chgData name="HINDUJAA KARUNAKARAN" userId="3c0150a28bbbe832" providerId="LiveId" clId="{4DF95A99-BDBE-47A1-B9D4-4C71367F7BCC}" dt="2026-03-30T04:17:54.318" v="533" actId="20577"/>
          <ac:spMkLst>
            <pc:docMk/>
            <pc:sldMk cId="0" sldId="275"/>
            <ac:spMk id="3" creationId="{00000000-0000-0000-0000-000000000000}"/>
          </ac:spMkLst>
        </pc:spChg>
        <pc:spChg chg="del mod">
          <ac:chgData name="HINDUJAA KARUNAKARAN" userId="3c0150a28bbbe832" providerId="LiveId" clId="{4DF95A99-BDBE-47A1-B9D4-4C71367F7BCC}" dt="2026-03-30T04:04:34.804" v="278"/>
          <ac:spMkLst>
            <pc:docMk/>
            <pc:sldMk cId="0" sldId="275"/>
            <ac:spMk id="7" creationId="{00000000-0000-0000-0000-000000000000}"/>
          </ac:spMkLst>
        </pc:spChg>
        <pc:grpChg chg="del">
          <ac:chgData name="HINDUJAA KARUNAKARAN" userId="3c0150a28bbbe832" providerId="LiveId" clId="{4DF95A99-BDBE-47A1-B9D4-4C71367F7BCC}" dt="2026-03-30T04:04:34.800" v="276" actId="478"/>
          <ac:grpSpMkLst>
            <pc:docMk/>
            <pc:sldMk cId="0" sldId="275"/>
            <ac:grpSpMk id="5" creationId="{00000000-0000-0000-0000-000000000000}"/>
          </ac:grpSpMkLst>
        </pc:grpChg>
      </pc:sldChg>
      <pc:sldChg chg="addSp delSp modSp add mod modTransition">
        <pc:chgData name="HINDUJAA KARUNAKARAN" userId="3c0150a28bbbe832" providerId="LiveId" clId="{4DF95A99-BDBE-47A1-B9D4-4C71367F7BCC}" dt="2026-03-30T04:28:56.704" v="583" actId="255"/>
        <pc:sldMkLst>
          <pc:docMk/>
          <pc:sldMk cId="632984962" sldId="276"/>
        </pc:sldMkLst>
        <pc:spChg chg="del mod">
          <ac:chgData name="HINDUJAA KARUNAKARAN" userId="3c0150a28bbbe832" providerId="LiveId" clId="{4DF95A99-BDBE-47A1-B9D4-4C71367F7BCC}" dt="2026-03-30T04:02:11.198" v="271"/>
          <ac:spMkLst>
            <pc:docMk/>
            <pc:sldMk cId="632984962" sldId="276"/>
            <ac:spMk id="3" creationId="{4DC963C5-E30B-BBB2-F806-964E8E7CBCE0}"/>
          </ac:spMkLst>
        </pc:spChg>
        <pc:spChg chg="mod">
          <ac:chgData name="HINDUJAA KARUNAKARAN" userId="3c0150a28bbbe832" providerId="LiveId" clId="{4DF95A99-BDBE-47A1-B9D4-4C71367F7BCC}" dt="2026-03-30T04:28:56.704" v="583" actId="255"/>
          <ac:spMkLst>
            <pc:docMk/>
            <pc:sldMk cId="632984962" sldId="276"/>
            <ac:spMk id="4" creationId="{30DBA111-7FC1-7ADD-D1BD-6AAAE59CC7AE}"/>
          </ac:spMkLst>
        </pc:spChg>
        <pc:picChg chg="add mod">
          <ac:chgData name="HINDUJAA KARUNAKARAN" userId="3c0150a28bbbe832" providerId="LiveId" clId="{4DF95A99-BDBE-47A1-B9D4-4C71367F7BCC}" dt="2026-03-30T04:01:57.116" v="247" actId="14100"/>
          <ac:picMkLst>
            <pc:docMk/>
            <pc:sldMk cId="632984962" sldId="276"/>
            <ac:picMk id="6" creationId="{DA2A10C3-7538-DD53-C4AC-9A5C47C10ADA}"/>
          </ac:picMkLst>
        </pc:picChg>
      </pc:sldChg>
      <pc:sldChg chg="add del">
        <pc:chgData name="HINDUJAA KARUNAKARAN" userId="3c0150a28bbbe832" providerId="LiveId" clId="{4DF95A99-BDBE-47A1-B9D4-4C71367F7BCC}" dt="2026-03-30T03:55:18.059" v="210" actId="2696"/>
        <pc:sldMkLst>
          <pc:docMk/>
          <pc:sldMk cId="828828026" sldId="276"/>
        </pc:sldMkLst>
      </pc:sldChg>
      <pc:sldChg chg="new del">
        <pc:chgData name="HINDUJAA KARUNAKARAN" userId="3c0150a28bbbe832" providerId="LiveId" clId="{4DF95A99-BDBE-47A1-B9D4-4C71367F7BCC}" dt="2026-03-30T03:55:31.474" v="214" actId="680"/>
        <pc:sldMkLst>
          <pc:docMk/>
          <pc:sldMk cId="1818540611" sldId="276"/>
        </pc:sldMkLst>
      </pc:sldChg>
      <pc:sldChg chg="add modTransition">
        <pc:chgData name="HINDUJAA KARUNAKARAN" userId="3c0150a28bbbe832" providerId="LiveId" clId="{4DF95A99-BDBE-47A1-B9D4-4C71367F7BCC}" dt="2026-03-30T04:25:06.756" v="575"/>
        <pc:sldMkLst>
          <pc:docMk/>
          <pc:sldMk cId="1549057950" sldId="277"/>
        </pc:sldMkLst>
      </pc:sldChg>
      <pc:sldChg chg="add del">
        <pc:chgData name="HINDUJAA KARUNAKARAN" userId="3c0150a28bbbe832" providerId="LiveId" clId="{4DF95A99-BDBE-47A1-B9D4-4C71367F7BCC}" dt="2026-03-30T03:55:30.762" v="213" actId="2890"/>
        <pc:sldMkLst>
          <pc:docMk/>
          <pc:sldMk cId="2499223898" sldId="277"/>
        </pc:sldMkLst>
      </pc:sldChg>
      <pc:sldChg chg="new del">
        <pc:chgData name="HINDUJAA KARUNAKARAN" userId="3c0150a28bbbe832" providerId="LiveId" clId="{4DF95A99-BDBE-47A1-B9D4-4C71367F7BCC}" dt="2026-03-30T04:17:02.883" v="531" actId="680"/>
        <pc:sldMkLst>
          <pc:docMk/>
          <pc:sldMk cId="162303168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zingy-sherbet-a4f08c.netlify.app/" TargetMode="Externa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920831" y="-2162394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6" y="5516385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4840366" y="6758254"/>
                </a:moveTo>
                <a:lnTo>
                  <a:pt x="0" y="6758254"/>
                </a:lnTo>
                <a:lnTo>
                  <a:pt x="0" y="0"/>
                </a:lnTo>
                <a:lnTo>
                  <a:pt x="4840366" y="0"/>
                </a:lnTo>
                <a:lnTo>
                  <a:pt x="4840366" y="675825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4" name="Freeform 4"/>
          <p:cNvSpPr/>
          <p:nvPr/>
        </p:nvSpPr>
        <p:spPr>
          <a:xfrm rot="-212340" flipH="1">
            <a:off x="-1633814" y="4706941"/>
            <a:ext cx="7684970" cy="7684970"/>
          </a:xfrm>
          <a:custGeom>
            <a:avLst/>
            <a:gdLst/>
            <a:ahLst/>
            <a:cxnLst/>
            <a:rect l="l" t="t" r="r" b="b"/>
            <a:pathLst>
              <a:path w="7684970" h="7684970">
                <a:moveTo>
                  <a:pt x="7684970" y="0"/>
                </a:moveTo>
                <a:lnTo>
                  <a:pt x="0" y="0"/>
                </a:lnTo>
                <a:lnTo>
                  <a:pt x="0" y="7684970"/>
                </a:lnTo>
                <a:lnTo>
                  <a:pt x="7684970" y="7684970"/>
                </a:lnTo>
                <a:lnTo>
                  <a:pt x="768497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64436" y="4477080"/>
            <a:ext cx="7684970" cy="7684970"/>
          </a:xfrm>
          <a:custGeom>
            <a:avLst/>
            <a:gdLst/>
            <a:ahLst/>
            <a:cxnLst/>
            <a:rect l="l" t="t" r="r" b="b"/>
            <a:pathLst>
              <a:path w="7684970" h="7684970">
                <a:moveTo>
                  <a:pt x="7684970" y="0"/>
                </a:moveTo>
                <a:lnTo>
                  <a:pt x="0" y="0"/>
                </a:lnTo>
                <a:lnTo>
                  <a:pt x="0" y="7684970"/>
                </a:lnTo>
                <a:lnTo>
                  <a:pt x="7684970" y="7684970"/>
                </a:lnTo>
                <a:lnTo>
                  <a:pt x="768497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60" flipV="1">
            <a:off x="12281840" y="-3234709"/>
            <a:ext cx="6992788" cy="6992788"/>
          </a:xfrm>
          <a:custGeom>
            <a:avLst/>
            <a:gdLst/>
            <a:ahLst/>
            <a:cxnLst/>
            <a:rect l="l" t="t" r="r" b="b"/>
            <a:pathLst>
              <a:path w="6992788" h="6992788">
                <a:moveTo>
                  <a:pt x="0" y="6992788"/>
                </a:moveTo>
                <a:lnTo>
                  <a:pt x="6992788" y="6992788"/>
                </a:lnTo>
                <a:lnTo>
                  <a:pt x="6992788" y="0"/>
                </a:lnTo>
                <a:lnTo>
                  <a:pt x="0" y="0"/>
                </a:lnTo>
                <a:lnTo>
                  <a:pt x="0" y="699278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5" y="-3496399"/>
            <a:ext cx="6992788" cy="6992788"/>
          </a:xfrm>
          <a:custGeom>
            <a:avLst/>
            <a:gdLst/>
            <a:ahLst/>
            <a:cxnLst/>
            <a:rect l="l" t="t" r="r" b="b"/>
            <a:pathLst>
              <a:path w="6992788" h="6992788">
                <a:moveTo>
                  <a:pt x="0" y="6992788"/>
                </a:moveTo>
                <a:lnTo>
                  <a:pt x="6992788" y="6992788"/>
                </a:lnTo>
                <a:lnTo>
                  <a:pt x="6992788" y="0"/>
                </a:lnTo>
                <a:lnTo>
                  <a:pt x="0" y="0"/>
                </a:lnTo>
                <a:lnTo>
                  <a:pt x="0" y="699278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866199"/>
            <a:ext cx="16827559" cy="204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9"/>
              </a:lnSpc>
            </a:pPr>
            <a:r>
              <a:rPr lang="en-US" sz="5906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AI- POWERED MULTI-OBJECTIVE INVERSE DESIGN OF RF MICROSTRIP FILTERS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1224" y="5370945"/>
            <a:ext cx="17387174" cy="489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  <a:spcBef>
                <a:spcPct val="0"/>
              </a:spcBef>
            </a:pPr>
            <a:r>
              <a:rPr lang="en-US" sz="2843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GUIDED BY:  N.PRITHA   , DEPARTMENT OF ECE , PANIMALAR ENGINEERING COLLEGE ,CHENNAI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65453" y="6545109"/>
            <a:ext cx="14481515" cy="223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3143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     PRESENTED BY  :                 </a:t>
            </a:r>
          </a:p>
          <a:p>
            <a:pPr algn="l">
              <a:lnSpc>
                <a:spcPts val="4400"/>
              </a:lnSpc>
            </a:pPr>
            <a:r>
              <a:rPr lang="en-US" sz="3143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					         ANUSRIPRIYA S [211422106039]  </a:t>
            </a:r>
          </a:p>
          <a:p>
            <a:pPr algn="ctr">
              <a:lnSpc>
                <a:spcPts val="4400"/>
              </a:lnSpc>
            </a:pPr>
            <a:r>
              <a:rPr lang="en-US" sz="3143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                   HINDUJAA K P [211422106162] </a:t>
            </a:r>
          </a:p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3143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              ABINAYA G [211422106004]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5114" y="143682"/>
            <a:ext cx="3245869" cy="2782831"/>
            <a:chOff x="0" y="0"/>
            <a:chExt cx="2665547" cy="2285294"/>
          </a:xfrm>
        </p:grpSpPr>
        <p:sp>
          <p:nvSpPr>
            <p:cNvPr id="12" name="Freeform 12"/>
            <p:cNvSpPr/>
            <p:nvPr/>
          </p:nvSpPr>
          <p:spPr>
            <a:xfrm>
              <a:off x="3245" y="-250"/>
              <a:ext cx="2666112" cy="2283724"/>
            </a:xfrm>
            <a:custGeom>
              <a:avLst/>
              <a:gdLst/>
              <a:ahLst/>
              <a:cxnLst/>
              <a:rect l="l" t="t" r="r" b="b"/>
              <a:pathLst>
                <a:path w="2666112" h="2283724">
                  <a:moveTo>
                    <a:pt x="2529268" y="517598"/>
                  </a:moveTo>
                  <a:cubicBezTo>
                    <a:pt x="2509800" y="483651"/>
                    <a:pt x="2488709" y="449705"/>
                    <a:pt x="2464374" y="418474"/>
                  </a:cubicBezTo>
                  <a:cubicBezTo>
                    <a:pt x="2438416" y="385885"/>
                    <a:pt x="2412458" y="350580"/>
                    <a:pt x="2378388" y="323423"/>
                  </a:cubicBezTo>
                  <a:cubicBezTo>
                    <a:pt x="2345941" y="297623"/>
                    <a:pt x="2310249" y="273182"/>
                    <a:pt x="2274557" y="250098"/>
                  </a:cubicBezTo>
                  <a:cubicBezTo>
                    <a:pt x="2204795" y="203930"/>
                    <a:pt x="2128544" y="163194"/>
                    <a:pt x="2052293" y="125174"/>
                  </a:cubicBezTo>
                  <a:cubicBezTo>
                    <a:pt x="1964685" y="80364"/>
                    <a:pt x="1867343" y="57280"/>
                    <a:pt x="1768379" y="34197"/>
                  </a:cubicBezTo>
                  <a:cubicBezTo>
                    <a:pt x="1708351" y="20618"/>
                    <a:pt x="1646701" y="9755"/>
                    <a:pt x="1583429" y="2966"/>
                  </a:cubicBezTo>
                  <a:cubicBezTo>
                    <a:pt x="1538003" y="-2290"/>
                    <a:pt x="1489332" y="250"/>
                    <a:pt x="1442283" y="4324"/>
                  </a:cubicBezTo>
                  <a:cubicBezTo>
                    <a:pt x="1379011" y="8397"/>
                    <a:pt x="1315738" y="12471"/>
                    <a:pt x="1252466" y="21976"/>
                  </a:cubicBezTo>
                  <a:cubicBezTo>
                    <a:pt x="1205418" y="23334"/>
                    <a:pt x="1159991" y="24692"/>
                    <a:pt x="1111320" y="28765"/>
                  </a:cubicBezTo>
                  <a:cubicBezTo>
                    <a:pt x="1086985" y="30123"/>
                    <a:pt x="1062649" y="32839"/>
                    <a:pt x="1038314" y="35555"/>
                  </a:cubicBezTo>
                  <a:cubicBezTo>
                    <a:pt x="1022090" y="38270"/>
                    <a:pt x="1007489" y="40986"/>
                    <a:pt x="992888" y="43702"/>
                  </a:cubicBezTo>
                  <a:cubicBezTo>
                    <a:pt x="932860" y="55923"/>
                    <a:pt x="876077" y="77649"/>
                    <a:pt x="824162" y="100732"/>
                  </a:cubicBezTo>
                  <a:cubicBezTo>
                    <a:pt x="718708" y="146900"/>
                    <a:pt x="618121" y="201215"/>
                    <a:pt x="525646" y="262319"/>
                  </a:cubicBezTo>
                  <a:cubicBezTo>
                    <a:pt x="486709" y="288118"/>
                    <a:pt x="449395" y="315276"/>
                    <a:pt x="412081" y="343791"/>
                  </a:cubicBezTo>
                  <a:cubicBezTo>
                    <a:pt x="345564" y="395390"/>
                    <a:pt x="290403" y="456494"/>
                    <a:pt x="240110" y="518956"/>
                  </a:cubicBezTo>
                  <a:cubicBezTo>
                    <a:pt x="202795" y="563766"/>
                    <a:pt x="171971" y="615365"/>
                    <a:pt x="146013" y="664248"/>
                  </a:cubicBezTo>
                  <a:cubicBezTo>
                    <a:pt x="126544" y="700911"/>
                    <a:pt x="105454" y="737573"/>
                    <a:pt x="92475" y="776951"/>
                  </a:cubicBezTo>
                  <a:cubicBezTo>
                    <a:pt x="56783" y="873360"/>
                    <a:pt x="29202" y="971127"/>
                    <a:pt x="11356" y="1070251"/>
                  </a:cubicBezTo>
                  <a:cubicBezTo>
                    <a:pt x="4867" y="1109629"/>
                    <a:pt x="1622" y="1149008"/>
                    <a:pt x="0" y="1189744"/>
                  </a:cubicBezTo>
                  <a:lnTo>
                    <a:pt x="0" y="1244058"/>
                  </a:lnTo>
                  <a:cubicBezTo>
                    <a:pt x="1622" y="1278005"/>
                    <a:pt x="3244" y="1320099"/>
                    <a:pt x="11356" y="1354046"/>
                  </a:cubicBezTo>
                  <a:cubicBezTo>
                    <a:pt x="19468" y="1393424"/>
                    <a:pt x="27580" y="1434160"/>
                    <a:pt x="40559" y="1472180"/>
                  </a:cubicBezTo>
                  <a:cubicBezTo>
                    <a:pt x="69761" y="1550937"/>
                    <a:pt x="100586" y="1631051"/>
                    <a:pt x="150880" y="1703018"/>
                  </a:cubicBezTo>
                  <a:cubicBezTo>
                    <a:pt x="176838" y="1739681"/>
                    <a:pt x="204418" y="1776343"/>
                    <a:pt x="233620" y="1810290"/>
                  </a:cubicBezTo>
                  <a:cubicBezTo>
                    <a:pt x="270935" y="1856457"/>
                    <a:pt x="308249" y="1901267"/>
                    <a:pt x="355298" y="1940646"/>
                  </a:cubicBezTo>
                  <a:cubicBezTo>
                    <a:pt x="412081" y="1989529"/>
                    <a:pt x="478598" y="2032981"/>
                    <a:pt x="546737" y="2071001"/>
                  </a:cubicBezTo>
                  <a:cubicBezTo>
                    <a:pt x="689505" y="2149757"/>
                    <a:pt x="859854" y="2194567"/>
                    <a:pt x="1023713" y="2232587"/>
                  </a:cubicBezTo>
                  <a:cubicBezTo>
                    <a:pt x="1062649" y="2242092"/>
                    <a:pt x="1103208" y="2250239"/>
                    <a:pt x="1143768" y="2257029"/>
                  </a:cubicBezTo>
                  <a:cubicBezTo>
                    <a:pt x="1207040" y="2267892"/>
                    <a:pt x="1270312" y="2280113"/>
                    <a:pt x="1333585" y="2282829"/>
                  </a:cubicBezTo>
                  <a:cubicBezTo>
                    <a:pt x="1383878" y="2285544"/>
                    <a:pt x="1435794" y="2281470"/>
                    <a:pt x="1486087" y="2278755"/>
                  </a:cubicBezTo>
                  <a:cubicBezTo>
                    <a:pt x="1554226" y="2274681"/>
                    <a:pt x="1622366" y="2269250"/>
                    <a:pt x="1690505" y="2257029"/>
                  </a:cubicBezTo>
                  <a:cubicBezTo>
                    <a:pt x="1757022" y="2244808"/>
                    <a:pt x="1820294" y="2225798"/>
                    <a:pt x="1881944" y="2202714"/>
                  </a:cubicBezTo>
                  <a:cubicBezTo>
                    <a:pt x="1979286" y="2167410"/>
                    <a:pt x="2073383" y="2118526"/>
                    <a:pt x="2144767" y="2051991"/>
                  </a:cubicBezTo>
                  <a:cubicBezTo>
                    <a:pt x="2222641" y="1978666"/>
                    <a:pt x="2297270" y="1903983"/>
                    <a:pt x="2360542" y="1821153"/>
                  </a:cubicBezTo>
                  <a:cubicBezTo>
                    <a:pt x="2422192" y="1741039"/>
                    <a:pt x="2474108" y="1655493"/>
                    <a:pt x="2524401" y="1568589"/>
                  </a:cubicBezTo>
                  <a:cubicBezTo>
                    <a:pt x="2564960" y="1497980"/>
                    <a:pt x="2605519" y="1424655"/>
                    <a:pt x="2626610" y="1347256"/>
                  </a:cubicBezTo>
                  <a:cubicBezTo>
                    <a:pt x="2641211" y="1294300"/>
                    <a:pt x="2654190" y="1239985"/>
                    <a:pt x="2660680" y="1187028"/>
                  </a:cubicBezTo>
                  <a:cubicBezTo>
                    <a:pt x="2664842" y="1146292"/>
                    <a:pt x="2666112" y="1106914"/>
                    <a:pt x="2666112" y="1067535"/>
                  </a:cubicBezTo>
                  <a:cubicBezTo>
                    <a:pt x="2666112" y="971127"/>
                    <a:pt x="2660680" y="874718"/>
                    <a:pt x="2641211" y="779667"/>
                  </a:cubicBezTo>
                  <a:cubicBezTo>
                    <a:pt x="2633100" y="741647"/>
                    <a:pt x="2621743" y="704984"/>
                    <a:pt x="2605519" y="669680"/>
                  </a:cubicBezTo>
                  <a:cubicBezTo>
                    <a:pt x="2579561" y="619438"/>
                    <a:pt x="2558471" y="567839"/>
                    <a:pt x="2529268" y="517598"/>
                  </a:cubicBezTo>
                  <a:close/>
                </a:path>
              </a:pathLst>
            </a:custGeom>
            <a:blipFill>
              <a:blip r:embed="rId5"/>
              <a:stretch>
                <a:fillRect l="-121" t="-8516" r="-122" b="-851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405622" y="206300"/>
            <a:ext cx="12596377" cy="855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21"/>
              </a:lnSpc>
              <a:spcBef>
                <a:spcPct val="0"/>
              </a:spcBef>
            </a:pPr>
            <a:r>
              <a:rPr lang="en-US" sz="4942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PANIMALAR ENGINEERING COLLEGE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05622" y="1124638"/>
            <a:ext cx="12038378" cy="4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1"/>
              </a:lnSpc>
              <a:spcBef>
                <a:spcPct val="0"/>
              </a:spcBef>
            </a:pPr>
            <a:r>
              <a:rPr lang="en-US" sz="2743" b="1" dirty="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Department of Electronics and Communication Engineering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81600" y="1635616"/>
            <a:ext cx="7386689" cy="4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1"/>
              </a:lnSpc>
              <a:spcBef>
                <a:spcPct val="0"/>
              </a:spcBef>
            </a:pPr>
            <a:r>
              <a:rPr lang="en-US" sz="2743" b="1" dirty="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21EC1811 - Project Work – 2025-2026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04839" y="494062"/>
            <a:ext cx="12478312" cy="83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67"/>
              </a:lnSpc>
            </a:pPr>
            <a:r>
              <a:rPr lang="en-US" sz="4976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2466" y="1598930"/>
            <a:ext cx="16843067" cy="765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9866" lvl="1" indent="-379933" algn="l">
              <a:lnSpc>
                <a:spcPts val="4653"/>
              </a:lnSpc>
              <a:buFont typeface="Arial"/>
              <a:buChar char="•"/>
            </a:pPr>
            <a:r>
              <a:rPr lang="en-US" sz="332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The Challenge: </a:t>
            </a:r>
            <a:r>
              <a:rPr lang="en-US" sz="332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Traditional wideband microstrip filter design relies on repeated, iterative electromagnetic (EM) simulations.</a:t>
            </a:r>
          </a:p>
          <a:p>
            <a:pPr algn="l">
              <a:lnSpc>
                <a:spcPts val="4653"/>
              </a:lnSpc>
            </a:pPr>
            <a:endParaRPr lang="en-US" sz="3324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59866" lvl="1" indent="-379933" algn="l">
              <a:lnSpc>
                <a:spcPts val="4653"/>
              </a:lnSpc>
              <a:buFont typeface="Arial"/>
              <a:buChar char="•"/>
            </a:pPr>
            <a:r>
              <a:rPr lang="en-US" sz="332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The Problem:</a:t>
            </a:r>
            <a:r>
              <a:rPr lang="en-US" sz="332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This conventional "forward design" process is time-consuming, labor-intensive, and requires significant computational effort.</a:t>
            </a:r>
          </a:p>
          <a:p>
            <a:pPr algn="l">
              <a:lnSpc>
                <a:spcPts val="4653"/>
              </a:lnSpc>
            </a:pPr>
            <a:endParaRPr lang="en-US" sz="3324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59866" lvl="1" indent="-379933" algn="l">
              <a:lnSpc>
                <a:spcPts val="4653"/>
              </a:lnSpc>
              <a:buFont typeface="Arial"/>
              <a:buChar char="•"/>
            </a:pPr>
            <a:r>
              <a:rPr lang="en-US" sz="332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The Solution: </a:t>
            </a:r>
            <a:r>
              <a:rPr lang="en-US" sz="332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 real-time “</a:t>
            </a:r>
            <a:r>
              <a:rPr lang="en-US" sz="332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Inverse Design” </a:t>
            </a:r>
            <a:r>
              <a:rPr lang="en-US" sz="332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technique using Deep Neural Networks (DNN) and Edge AI.</a:t>
            </a:r>
          </a:p>
          <a:p>
            <a:pPr algn="l">
              <a:lnSpc>
                <a:spcPts val="4653"/>
              </a:lnSpc>
            </a:pPr>
            <a:endParaRPr lang="en-US" sz="3324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59866" lvl="1" indent="-379933" algn="l">
              <a:lnSpc>
                <a:spcPts val="4653"/>
              </a:lnSpc>
              <a:buFont typeface="Arial"/>
              <a:buChar char="•"/>
            </a:pPr>
            <a:r>
              <a:rPr lang="en-US" sz="332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Key Advantage: </a:t>
            </a:r>
            <a:r>
              <a:rPr lang="en-US" sz="332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Enables instantaneous synthesis of filter geometry based on user-specified spectral requirements.</a:t>
            </a:r>
          </a:p>
          <a:p>
            <a:pPr marL="759947" lvl="2" indent="-253316" algn="l">
              <a:lnSpc>
                <a:spcPts val="4654"/>
              </a:lnSpc>
            </a:pPr>
            <a:endParaRPr lang="en-US" sz="3324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28900" y="-686486"/>
            <a:ext cx="7315200" cy="3764004"/>
          </a:xfrm>
          <a:custGeom>
            <a:avLst/>
            <a:gdLst/>
            <a:ahLst/>
            <a:cxnLst/>
            <a:rect l="l" t="t" r="r" b="b"/>
            <a:pathLst>
              <a:path w="7315200" h="3764004">
                <a:moveTo>
                  <a:pt x="0" y="0"/>
                </a:moveTo>
                <a:lnTo>
                  <a:pt x="7315200" y="0"/>
                </a:lnTo>
                <a:lnTo>
                  <a:pt x="7315200" y="3764004"/>
                </a:lnTo>
                <a:lnTo>
                  <a:pt x="0" y="3764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05" b="-1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8910" y="7200900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3" r="-11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86300" y="1561720"/>
            <a:ext cx="9286937" cy="8725280"/>
          </a:xfrm>
          <a:custGeom>
            <a:avLst/>
            <a:gdLst/>
            <a:ahLst/>
            <a:cxnLst/>
            <a:rect l="l" t="t" r="r" b="b"/>
            <a:pathLst>
              <a:path w="9286937" h="8725280">
                <a:moveTo>
                  <a:pt x="0" y="0"/>
                </a:moveTo>
                <a:lnTo>
                  <a:pt x="9286937" y="0"/>
                </a:lnTo>
                <a:lnTo>
                  <a:pt x="9286937" y="8725280"/>
                </a:lnTo>
                <a:lnTo>
                  <a:pt x="0" y="8725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58383"/>
            <a:ext cx="16587045" cy="95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1"/>
              </a:lnSpc>
            </a:pPr>
            <a:r>
              <a:rPr lang="en-US" sz="548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LITERATURE SURVEY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04844" y="757830"/>
            <a:ext cx="12478312" cy="87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8"/>
              </a:lnSpc>
            </a:pPr>
            <a:r>
              <a:rPr lang="en-US" sz="5176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PROJECT OUTCOMES (POS)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6012" y="2110313"/>
            <a:ext cx="16843067" cy="660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3"/>
              </a:lnSpc>
            </a:pPr>
            <a:r>
              <a:rPr lang="en-US" sz="3324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PO1: </a:t>
            </a:r>
            <a:r>
              <a:rPr lang="en-US" sz="3324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Apply the knowledge of engineering fundamentals to identify and solve complex problems.</a:t>
            </a:r>
          </a:p>
          <a:p>
            <a:pPr algn="l">
              <a:lnSpc>
                <a:spcPts val="4653"/>
              </a:lnSpc>
            </a:pPr>
            <a:r>
              <a:rPr lang="en-US" sz="3324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PO2: </a:t>
            </a:r>
            <a:r>
              <a:rPr lang="en-US" sz="3324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Design and develop effective solutions with consideration for societal and environmental aspects.</a:t>
            </a:r>
          </a:p>
          <a:p>
            <a:pPr algn="l">
              <a:lnSpc>
                <a:spcPts val="4653"/>
              </a:lnSpc>
            </a:pPr>
            <a:r>
              <a:rPr lang="en-US" sz="3324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PO3:</a:t>
            </a:r>
            <a:r>
              <a:rPr lang="en-US" sz="3324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Conduct investigations using research-based methods, data analysis, and interpretation to draw valid conclusions.</a:t>
            </a:r>
          </a:p>
          <a:p>
            <a:pPr algn="l">
              <a:lnSpc>
                <a:spcPts val="4653"/>
              </a:lnSpc>
            </a:pPr>
            <a:r>
              <a:rPr lang="en-US" sz="3324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PO4:</a:t>
            </a:r>
            <a:r>
              <a:rPr lang="en-US" sz="3324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Use modern tools and technologies for modeling, simulation, and implementation of solutions.</a:t>
            </a:r>
          </a:p>
          <a:p>
            <a:pPr algn="l">
              <a:lnSpc>
                <a:spcPts val="4653"/>
              </a:lnSpc>
            </a:pPr>
            <a:r>
              <a:rPr lang="en-US" sz="3324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PO5:</a:t>
            </a:r>
            <a:r>
              <a:rPr lang="en-US" sz="3324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Communicate effectively in technical and professional contexts through reports, presentations, and documentation.</a:t>
            </a:r>
          </a:p>
          <a:p>
            <a:pPr marL="759947" lvl="2" indent="-253316" algn="l">
              <a:lnSpc>
                <a:spcPts val="4654"/>
              </a:lnSpc>
            </a:pPr>
            <a:endParaRPr lang="en-US" sz="3324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04844" y="729255"/>
            <a:ext cx="12478312" cy="203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7"/>
              </a:lnSpc>
            </a:pPr>
            <a:r>
              <a:rPr lang="en-US" sz="6476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SDG’s</a:t>
            </a:r>
          </a:p>
          <a:p>
            <a:pPr algn="ctr">
              <a:lnSpc>
                <a:spcPts val="7248"/>
              </a:lnSpc>
            </a:pPr>
            <a:endParaRPr lang="en-US" sz="6476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01392" y="2695786"/>
            <a:ext cx="16843067" cy="529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3"/>
              </a:lnSpc>
            </a:pPr>
            <a:r>
              <a:rPr lang="en-US" sz="332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SDG 9 – Industry, Innovation and Infrastructure</a:t>
            </a:r>
          </a:p>
          <a:p>
            <a:pPr algn="l">
              <a:lnSpc>
                <a:spcPts val="4653"/>
              </a:lnSpc>
            </a:pPr>
            <a:endParaRPr lang="en-US" sz="3324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4653"/>
              </a:lnSpc>
            </a:pPr>
            <a:r>
              <a:rPr lang="en-US" sz="332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Build resilient infrastructure, promote sustainable industrialization, and foster innovation.</a:t>
            </a:r>
          </a:p>
          <a:p>
            <a:pPr algn="l">
              <a:lnSpc>
                <a:spcPts val="4653"/>
              </a:lnSpc>
            </a:pPr>
            <a:endParaRPr lang="en-US" sz="3324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653"/>
              </a:lnSpc>
            </a:pPr>
            <a:r>
              <a:rPr lang="en-US" sz="332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SDG 12 – Responsible Consumption and Production</a:t>
            </a:r>
          </a:p>
          <a:p>
            <a:pPr algn="l">
              <a:lnSpc>
                <a:spcPts val="4653"/>
              </a:lnSpc>
            </a:pPr>
            <a:endParaRPr lang="en-US" sz="3324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4653"/>
              </a:lnSpc>
            </a:pPr>
            <a:r>
              <a:rPr lang="en-US" sz="332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Ensure sustainable consumption and production patterns.</a:t>
            </a:r>
          </a:p>
          <a:p>
            <a:pPr algn="l">
              <a:lnSpc>
                <a:spcPts val="4654"/>
              </a:lnSpc>
            </a:pPr>
            <a:endParaRPr lang="en-US" sz="3324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75417" y="2221103"/>
            <a:ext cx="13638838" cy="703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2382" lvl="1" indent="-331191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Inverse Modeling Approach: </a:t>
            </a:r>
            <a:r>
              <a:rPr lang="en-US" sz="30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Inputs: Performance parameters like Center Frequency (fc) and Bandwidth (BW).</a:t>
            </a:r>
          </a:p>
          <a:p>
            <a:pPr algn="l">
              <a:lnSpc>
                <a:spcPts val="4295"/>
              </a:lnSpc>
            </a:pPr>
            <a:endParaRPr lang="en-US" sz="30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62382" lvl="1" indent="-331191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Outputs:</a:t>
            </a:r>
            <a:r>
              <a:rPr lang="en-US" sz="30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Predicted geometric parameters: Length (L), Width (W), and Spacing (S).</a:t>
            </a:r>
          </a:p>
          <a:p>
            <a:pPr algn="l">
              <a:lnSpc>
                <a:spcPts val="4295"/>
              </a:lnSpc>
            </a:pPr>
            <a:endParaRPr lang="en-US" sz="30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62382" lvl="1" indent="-331191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Filter Architecture: </a:t>
            </a:r>
            <a:r>
              <a:rPr lang="en-US" sz="30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Ultra-wideband band-pass design using multi-mode resonators, coupled lines, and shunt quarter-wave impedance transformers.</a:t>
            </a:r>
          </a:p>
          <a:p>
            <a:pPr algn="l">
              <a:lnSpc>
                <a:spcPts val="4295"/>
              </a:lnSpc>
            </a:pPr>
            <a:endParaRPr lang="en-US" sz="30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62382" lvl="1" indent="-331191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Hardware Efficiency: </a:t>
            </a:r>
            <a:r>
              <a:rPr lang="en-US" sz="30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Deployment on Edge AI platforms using ONNX Runtime Web for browser-level execution</a:t>
            </a:r>
          </a:p>
          <a:p>
            <a:pPr algn="l">
              <a:lnSpc>
                <a:spcPts val="4296"/>
              </a:lnSpc>
            </a:pPr>
            <a:endParaRPr lang="en-US" sz="30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29090" y="1022223"/>
            <a:ext cx="13285165" cy="746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7"/>
              </a:lnSpc>
            </a:pPr>
            <a:r>
              <a:rPr lang="en-US" sz="43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PROPOSED SYSTEM FRAMEWORK</a:t>
            </a:r>
          </a:p>
        </p:txBody>
      </p:sp>
      <p:sp>
        <p:nvSpPr>
          <p:cNvPr id="5" name="Freeform 5"/>
          <p:cNvSpPr/>
          <p:nvPr/>
        </p:nvSpPr>
        <p:spPr>
          <a:xfrm rot="-574320">
            <a:off x="-711537" y="5673919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130CA-0EA8-17A2-F201-838FD575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92E5DE-7F77-3B86-6A8B-7344411DE527}"/>
              </a:ext>
            </a:extLst>
          </p:cNvPr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0DBA111-7FC1-7ADD-D1BD-6AAAE59CC7AE}"/>
              </a:ext>
            </a:extLst>
          </p:cNvPr>
          <p:cNvSpPr txBox="1"/>
          <p:nvPr/>
        </p:nvSpPr>
        <p:spPr>
          <a:xfrm>
            <a:off x="2929090" y="1022223"/>
            <a:ext cx="13285165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7"/>
              </a:lnSpc>
            </a:pPr>
            <a:r>
              <a:rPr lang="en-US" sz="548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PROPOSED DESIGN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CE17F65-FAA8-EE3D-A4D9-0717D1885D6B}"/>
              </a:ext>
            </a:extLst>
          </p:cNvPr>
          <p:cNvSpPr/>
          <p:nvPr/>
        </p:nvSpPr>
        <p:spPr>
          <a:xfrm rot="-574320">
            <a:off x="-711537" y="5673919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  <p:pic>
        <p:nvPicPr>
          <p:cNvPr id="6" name="Image 12">
            <a:extLst>
              <a:ext uri="{FF2B5EF4-FFF2-40B4-BE49-F238E27FC236}">
                <a16:creationId xmlns:a16="http://schemas.microsoft.com/office/drawing/2014/main" id="{DA2A10C3-7538-DD53-C4AC-9A5C47C10ADA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47800" y="2095500"/>
            <a:ext cx="15544800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84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Freeform 3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98196" y="1951695"/>
            <a:ext cx="10148618" cy="7191987"/>
          </a:xfrm>
          <a:custGeom>
            <a:avLst/>
            <a:gdLst/>
            <a:ahLst/>
            <a:cxnLst/>
            <a:rect l="l" t="t" r="r" b="b"/>
            <a:pathLst>
              <a:path w="10148618" h="7191987">
                <a:moveTo>
                  <a:pt x="0" y="0"/>
                </a:moveTo>
                <a:lnTo>
                  <a:pt x="10148618" y="0"/>
                </a:lnTo>
                <a:lnTo>
                  <a:pt x="10148618" y="7191987"/>
                </a:lnTo>
                <a:lnTo>
                  <a:pt x="0" y="7191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769920" y="593989"/>
            <a:ext cx="9205170" cy="104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7"/>
              </a:lnSpc>
            </a:pPr>
            <a:r>
              <a:rPr lang="en-US" sz="54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ARCHITECTURE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67654" y="781050"/>
            <a:ext cx="14958346" cy="974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27"/>
              </a:lnSpc>
            </a:pPr>
            <a:r>
              <a:rPr lang="en-US" sz="58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METHODOLOGY &amp; IMPLEMENTATION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67654" y="2514514"/>
            <a:ext cx="15313656" cy="695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561" lvl="1" indent="-352780" algn="l">
              <a:lnSpc>
                <a:spcPts val="4575"/>
              </a:lnSpc>
              <a:buFont typeface="Arial"/>
              <a:buChar char="•"/>
            </a:pPr>
            <a:r>
              <a:rPr lang="en-US" sz="3267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Stochastic Data Generation: </a:t>
            </a:r>
            <a:r>
              <a:rPr lang="en-US" sz="3267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Created a physics-informed dataset of 10,000 samples for Rogers 4350B substrate using Python scripts.</a:t>
            </a:r>
          </a:p>
          <a:p>
            <a:pPr algn="l">
              <a:lnSpc>
                <a:spcPts val="4575"/>
              </a:lnSpc>
            </a:pPr>
            <a:endParaRPr lang="en-US" sz="3267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05561" lvl="1" indent="-352780" algn="l">
              <a:lnSpc>
                <a:spcPts val="4575"/>
              </a:lnSpc>
              <a:buFont typeface="Arial"/>
              <a:buChar char="•"/>
            </a:pPr>
            <a:r>
              <a:rPr lang="en-US" sz="3267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Feature Engineering: </a:t>
            </a:r>
            <a:r>
              <a:rPr lang="en-US" sz="3267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Applied Z-Score Normalization to ensure numerical stability across different parameter scales.</a:t>
            </a:r>
          </a:p>
          <a:p>
            <a:pPr algn="l">
              <a:lnSpc>
                <a:spcPts val="4575"/>
              </a:lnSpc>
            </a:pPr>
            <a:endParaRPr lang="en-US" sz="3267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05561" lvl="1" indent="-352780" algn="l">
              <a:lnSpc>
                <a:spcPts val="4575"/>
              </a:lnSpc>
              <a:buFont typeface="Arial"/>
              <a:buChar char="•"/>
            </a:pPr>
            <a:r>
              <a:rPr lang="en-US" sz="3267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Model Architecture:</a:t>
            </a:r>
            <a:r>
              <a:rPr lang="en-US" sz="3267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Deep MLP using </a:t>
            </a:r>
            <a:r>
              <a:rPr lang="en-US" sz="3267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PyTorch</a:t>
            </a:r>
            <a:r>
              <a:rPr lang="en-US" sz="3267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>
              <a:lnSpc>
                <a:spcPts val="4575"/>
              </a:lnSpc>
            </a:pPr>
            <a:r>
              <a:rPr lang="en-US" sz="3267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Three hidden layers (64, 128, 64 neurons) with </a:t>
            </a:r>
            <a:r>
              <a:rPr lang="en-US" sz="3267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ReLU</a:t>
            </a:r>
            <a:r>
              <a:rPr lang="en-US" sz="3267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activation.</a:t>
            </a:r>
          </a:p>
          <a:p>
            <a:pPr algn="l">
              <a:lnSpc>
                <a:spcPts val="4575"/>
              </a:lnSpc>
            </a:pPr>
            <a:r>
              <a:rPr lang="en-US" sz="3267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Trained for 100 epochs using the Adam optimizer.</a:t>
            </a:r>
          </a:p>
          <a:p>
            <a:pPr marL="705561" lvl="1" indent="-352780" algn="l">
              <a:lnSpc>
                <a:spcPts val="4575"/>
              </a:lnSpc>
              <a:buFont typeface="Arial"/>
              <a:buChar char="•"/>
            </a:pPr>
            <a:r>
              <a:rPr lang="en-US" sz="3267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Serialization: </a:t>
            </a:r>
            <a:r>
              <a:rPr lang="en-US" sz="3267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Exported the model to ONNX format for cross-platform compatibility.</a:t>
            </a:r>
          </a:p>
          <a:p>
            <a:pPr algn="l">
              <a:lnSpc>
                <a:spcPts val="4576"/>
              </a:lnSpc>
            </a:pPr>
            <a:endParaRPr lang="en-US" sz="3267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Freeform 7"/>
          <p:cNvSpPr/>
          <p:nvPr/>
        </p:nvSpPr>
        <p:spPr>
          <a:xfrm rot="-574320">
            <a:off x="-391887" y="5879173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02338" y="1026394"/>
            <a:ext cx="13071062" cy="1058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sz="63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   </a:t>
            </a:r>
            <a:r>
              <a:rPr lang="en-US" sz="548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EXPERIMENTAL 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02338" y="2759799"/>
            <a:ext cx="14783495" cy="563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741" lvl="1" indent="-374371" algn="l">
              <a:lnSpc>
                <a:spcPts val="4855"/>
              </a:lnSpc>
              <a:buFont typeface="Arial"/>
              <a:buChar char="•"/>
            </a:pPr>
            <a:r>
              <a:rPr lang="en-US" sz="3468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High Accuracy:</a:t>
            </a:r>
            <a:r>
              <a:rPr lang="en-US" sz="34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Achieved a total Mean Squared Error (MSE) of 9.1 </a:t>
            </a:r>
            <a:r>
              <a:rPr lang="en-US" sz="34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Xtimes</a:t>
            </a:r>
            <a:r>
              <a:rPr lang="en-US" sz="34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10^{-5}.</a:t>
            </a:r>
          </a:p>
          <a:p>
            <a:pPr marL="748741" lvl="1" indent="-374371" algn="l">
              <a:lnSpc>
                <a:spcPts val="4855"/>
              </a:lnSpc>
              <a:buFont typeface="Arial"/>
              <a:buChar char="•"/>
            </a:pPr>
            <a:r>
              <a:rPr lang="en-US" sz="3468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Correlation: </a:t>
            </a:r>
            <a:r>
              <a:rPr lang="en-US" sz="34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R-Squared (R^2) values for L, W, and S were all above 0.995, indicating the model explains almost all variance.</a:t>
            </a:r>
          </a:p>
          <a:p>
            <a:pPr marL="748741" lvl="1" indent="-374371" algn="l">
              <a:lnSpc>
                <a:spcPts val="4855"/>
              </a:lnSpc>
              <a:buFont typeface="Arial"/>
              <a:buChar char="•"/>
            </a:pPr>
            <a:r>
              <a:rPr lang="en-US" sz="3468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Physical Consistency: </a:t>
            </a:r>
            <a:r>
              <a:rPr lang="en-US" sz="34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Validated that predicted length (L) decreases as center frequency increases, adhering to quarter-wave resonance .</a:t>
            </a:r>
          </a:p>
          <a:p>
            <a:pPr algn="l">
              <a:lnSpc>
                <a:spcPts val="4856"/>
              </a:lnSpc>
            </a:pPr>
            <a:endParaRPr lang="en-US" sz="34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991340" y="8158058"/>
            <a:ext cx="4305329" cy="57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6"/>
              </a:lnSpc>
            </a:pPr>
            <a:r>
              <a:rPr lang="en-US" sz="3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reallygreatsite.com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Freeform 3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041163" y="2410206"/>
            <a:ext cx="9419377" cy="6467827"/>
            <a:chOff x="0" y="0"/>
            <a:chExt cx="12559170" cy="86237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59157" cy="8623808"/>
            </a:xfrm>
            <a:custGeom>
              <a:avLst/>
              <a:gdLst/>
              <a:ahLst/>
              <a:cxnLst/>
              <a:rect l="l" t="t" r="r" b="b"/>
              <a:pathLst>
                <a:path w="12559157" h="8623808">
                  <a:moveTo>
                    <a:pt x="0" y="0"/>
                  </a:moveTo>
                  <a:lnTo>
                    <a:pt x="12559157" y="0"/>
                  </a:lnTo>
                  <a:lnTo>
                    <a:pt x="12559157" y="8623808"/>
                  </a:lnTo>
                  <a:lnTo>
                    <a:pt x="0" y="8623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7" r="-468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769920" y="103851"/>
            <a:ext cx="9205170" cy="127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548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21509" y="1010202"/>
            <a:ext cx="15275400" cy="93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7"/>
              </a:lnSpc>
            </a:pPr>
            <a:r>
              <a:rPr lang="en-US" sz="54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EDGE AI DEPLOYMENT &amp; PERFORMANCE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45297" y="2527373"/>
            <a:ext cx="15551611" cy="615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824" lvl="1" indent="-346412" algn="just">
              <a:lnSpc>
                <a:spcPts val="4489"/>
              </a:lnSpc>
              <a:buFont typeface="Arial"/>
              <a:buChar char="•"/>
            </a:pPr>
            <a:r>
              <a:rPr lang="en-US" sz="320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Paradigm Shift:</a:t>
            </a:r>
            <a:r>
              <a:rPr lang="en-US" sz="320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Moving from Cloud-based AI to Client-Side Edge Inference.</a:t>
            </a:r>
          </a:p>
          <a:p>
            <a:pPr marL="692824" lvl="1" indent="-346412" algn="just">
              <a:lnSpc>
                <a:spcPts val="4489"/>
              </a:lnSpc>
              <a:buFont typeface="Arial"/>
              <a:buChar char="•"/>
            </a:pPr>
            <a:r>
              <a:rPr lang="en-US" sz="320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Model Serialization:</a:t>
            </a:r>
            <a:r>
              <a:rPr lang="en-US" sz="320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Conversion of PyTorch MLP model to ONNX (Open Neural Network Exchange) format.</a:t>
            </a:r>
          </a:p>
          <a:p>
            <a:pPr marL="692824" lvl="1" indent="-346412" algn="just">
              <a:lnSpc>
                <a:spcPts val="4489"/>
              </a:lnSpc>
              <a:buFont typeface="Arial"/>
              <a:buChar char="•"/>
            </a:pPr>
            <a:r>
              <a:rPr lang="en-US" sz="320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Inference Engine:</a:t>
            </a:r>
            <a:r>
              <a:rPr lang="en-US" sz="320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Integration with ONNX Runtime Web via WebAssembly (WASM).</a:t>
            </a:r>
          </a:p>
          <a:p>
            <a:pPr marL="692824" lvl="1" indent="-346412" algn="just">
              <a:lnSpc>
                <a:spcPts val="4489"/>
              </a:lnSpc>
              <a:buFont typeface="Arial"/>
              <a:buChar char="•"/>
            </a:pPr>
            <a:r>
              <a:rPr lang="en-US" sz="320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Secure Context:</a:t>
            </a:r>
            <a:r>
              <a:rPr lang="en-US" sz="320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Implementation of COOP/COEP headers to enable hardware acceleration.</a:t>
            </a:r>
          </a:p>
          <a:p>
            <a:pPr marL="692824" lvl="1" indent="-346412" algn="just">
              <a:lnSpc>
                <a:spcPts val="4489"/>
              </a:lnSpc>
              <a:buFont typeface="Arial"/>
              <a:buChar char="•"/>
            </a:pPr>
            <a:r>
              <a:rPr lang="en-US" sz="320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Zero-Dependency:</a:t>
            </a:r>
            <a:r>
              <a:rPr lang="en-US" sz="320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No requirement for external Python environments or licensed EM software (CST/HFSS) at runtime.</a:t>
            </a:r>
          </a:p>
          <a:p>
            <a:pPr algn="just">
              <a:lnSpc>
                <a:spcPts val="4491"/>
              </a:lnSpc>
            </a:pPr>
            <a:endParaRPr lang="en-US" sz="3209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Freeform 3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168002" y="2693601"/>
          <a:ext cx="12865446" cy="4899814"/>
        </p:xfrm>
        <a:graphic>
          <a:graphicData uri="http://schemas.openxmlformats.org/drawingml/2006/table">
            <a:tbl>
              <a:tblPr/>
              <a:tblGrid>
                <a:gridCol w="7283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2758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Hardware Configuration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Inference Latency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275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Desktop (High-End GPU)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4–7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753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Laptop (Standard CPU)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12–18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7545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Mobile (Smartphone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Browser)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25–40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2438400" y="757830"/>
            <a:ext cx="14401800" cy="866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48"/>
              </a:lnSpc>
            </a:pPr>
            <a:r>
              <a:rPr lang="en-US" sz="548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REAL-TIME INFERENCE PERFORMANCE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Freeform 3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54546" y="1732687"/>
            <a:ext cx="6964213" cy="3372721"/>
          </a:xfrm>
          <a:custGeom>
            <a:avLst/>
            <a:gdLst/>
            <a:ahLst/>
            <a:cxnLst/>
            <a:rect l="l" t="t" r="r" b="b"/>
            <a:pathLst>
              <a:path w="6964213" h="3372721">
                <a:moveTo>
                  <a:pt x="0" y="0"/>
                </a:moveTo>
                <a:lnTo>
                  <a:pt x="6964213" y="0"/>
                </a:lnTo>
                <a:lnTo>
                  <a:pt x="6964213" y="3372721"/>
                </a:lnTo>
                <a:lnTo>
                  <a:pt x="0" y="3372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000" y="1730712"/>
            <a:ext cx="7283606" cy="3480493"/>
          </a:xfrm>
          <a:custGeom>
            <a:avLst/>
            <a:gdLst/>
            <a:ahLst/>
            <a:cxnLst/>
            <a:rect l="l" t="t" r="r" b="b"/>
            <a:pathLst>
              <a:path w="7465694" h="3584315">
                <a:moveTo>
                  <a:pt x="0" y="0"/>
                </a:moveTo>
                <a:lnTo>
                  <a:pt x="7465694" y="0"/>
                </a:lnTo>
                <a:lnTo>
                  <a:pt x="7465694" y="3584315"/>
                </a:lnTo>
                <a:lnTo>
                  <a:pt x="0" y="3584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54546" y="5629283"/>
            <a:ext cx="7077159" cy="3392449"/>
          </a:xfrm>
          <a:custGeom>
            <a:avLst/>
            <a:gdLst/>
            <a:ahLst/>
            <a:cxnLst/>
            <a:rect l="l" t="t" r="r" b="b"/>
            <a:pathLst>
              <a:path w="7077159" h="3392449">
                <a:moveTo>
                  <a:pt x="0" y="0"/>
                </a:moveTo>
                <a:lnTo>
                  <a:pt x="7077159" y="0"/>
                </a:lnTo>
                <a:lnTo>
                  <a:pt x="7077159" y="3392449"/>
                </a:lnTo>
                <a:lnTo>
                  <a:pt x="0" y="3392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44000" y="5629283"/>
            <a:ext cx="7283606" cy="3392449"/>
          </a:xfrm>
          <a:custGeom>
            <a:avLst/>
            <a:gdLst/>
            <a:ahLst/>
            <a:cxnLst/>
            <a:rect l="l" t="t" r="r" b="b"/>
            <a:pathLst>
              <a:path w="7283606" h="3480493">
                <a:moveTo>
                  <a:pt x="0" y="0"/>
                </a:moveTo>
                <a:lnTo>
                  <a:pt x="7283606" y="0"/>
                </a:lnTo>
                <a:lnTo>
                  <a:pt x="7283606" y="3480493"/>
                </a:lnTo>
                <a:lnTo>
                  <a:pt x="0" y="34804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8624F8-637A-A826-03E0-289A4B25F0BB}"/>
              </a:ext>
            </a:extLst>
          </p:cNvPr>
          <p:cNvSpPr txBox="1"/>
          <p:nvPr/>
        </p:nvSpPr>
        <p:spPr>
          <a:xfrm>
            <a:off x="-381000" y="719545"/>
            <a:ext cx="18211800" cy="911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248"/>
              </a:lnSpc>
            </a:pPr>
            <a:r>
              <a:rPr lang="en-US" sz="40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 VISUALIZATION OF INVERSE DESIGN FRAMEWORK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Freeform 3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117976" y="2209667"/>
          <a:ext cx="12865446" cy="6119014"/>
        </p:xfrm>
        <a:graphic>
          <a:graphicData uri="http://schemas.openxmlformats.org/drawingml/2006/table">
            <a:tbl>
              <a:tblPr/>
              <a:tblGrid>
                <a:gridCol w="5240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91057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Parameter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Mean Absolute Error</a:t>
                      </a:r>
                      <a:endParaRPr lang="en-US" sz="1100"/>
                    </a:p>
                    <a:p>
                      <a:pPr algn="ctr">
                        <a:lnSpc>
                          <a:spcPts val="3639"/>
                        </a:lnSpc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(MAE)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R-Squared</a:t>
                      </a:r>
                      <a:endParaRPr lang="en-US" sz="1100"/>
                    </a:p>
                    <a:p>
                      <a:pPr algn="ctr">
                        <a:lnSpc>
                          <a:spcPts val="3639"/>
                        </a:lnSpc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(R2)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99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Length (L)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0.012 mm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0.998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498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Width (W)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0.008 mm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0.997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99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Spacing (S)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0.003 mm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0.995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99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Total Model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9.1 × 10−5 (MSE)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0.997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2904844" y="757830"/>
            <a:ext cx="12478312" cy="87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8"/>
              </a:lnSpc>
            </a:pPr>
            <a:r>
              <a:rPr lang="en-US" sz="5176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</a:t>
            </a:r>
            <a:r>
              <a:rPr lang="en-US" sz="548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MODEL PERFORMANCE METRICS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Freeform 3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9920" y="103851"/>
            <a:ext cx="9205170" cy="1544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57400" y="1860566"/>
            <a:ext cx="16230600" cy="7647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8"/>
              </a:lnSpc>
            </a:pPr>
            <a:r>
              <a:rPr lang="en-US" sz="327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Summary of Achievements</a:t>
            </a:r>
            <a:r>
              <a:rPr lang="en-US" sz="327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marL="747523" lvl="2" indent="-249174" algn="l">
              <a:lnSpc>
                <a:spcPts val="4578"/>
              </a:lnSpc>
              <a:buFont typeface="Arial"/>
              <a:buChar char="⚬"/>
            </a:pPr>
            <a:r>
              <a:rPr lang="en-US" sz="327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successfully developed an AI-Powered Inverse Design Synthesizer that transforms a complex, weeks-long engineering task into an instantaneous process.</a:t>
            </a:r>
          </a:p>
          <a:p>
            <a:pPr marL="747523" lvl="2" indent="-249174" algn="l">
              <a:lnSpc>
                <a:spcPts val="4578"/>
              </a:lnSpc>
              <a:buFont typeface="Arial"/>
              <a:buChar char="⚬"/>
            </a:pPr>
            <a:r>
              <a:rPr lang="en-US" sz="327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core achievement was implementing pre-trained ANNs that accurately learned the complex physics of microstrip filters.</a:t>
            </a:r>
          </a:p>
          <a:p>
            <a:pPr marL="747523" lvl="2" indent="-249174" algn="l">
              <a:lnSpc>
                <a:spcPts val="4578"/>
              </a:lnSpc>
              <a:buFont typeface="Arial"/>
              <a:buChar char="⚬"/>
            </a:pPr>
            <a:r>
              <a:rPr lang="en-US" sz="327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final interactive application serves as a powerful proof-of-concept, validating that AI can be used for direct, real-time synthesis of complex RF components.</a:t>
            </a:r>
          </a:p>
          <a:p>
            <a:pPr algn="l">
              <a:lnSpc>
                <a:spcPts val="4578"/>
              </a:lnSpc>
            </a:pPr>
            <a:r>
              <a:rPr lang="en-US" sz="327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Takeaway</a:t>
            </a:r>
            <a:r>
              <a:rPr lang="en-US" sz="327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marL="747523" lvl="2" indent="-249174" algn="l">
              <a:lnSpc>
                <a:spcPts val="4578"/>
              </a:lnSpc>
              <a:buFont typeface="Arial"/>
              <a:buChar char="⚬"/>
            </a:pPr>
            <a:r>
              <a:rPr lang="en-US" sz="327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project demonstrates a significant acceleration of the RF design cycle, reducing it from days to mere seconds.</a:t>
            </a:r>
          </a:p>
          <a:p>
            <a:pPr marL="747523" lvl="2" indent="-249174" algn="l">
              <a:lnSpc>
                <a:spcPts val="4578"/>
              </a:lnSpc>
            </a:pPr>
            <a:endParaRPr lang="en-US" sz="327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9901" y="180056"/>
            <a:ext cx="9205170" cy="1544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1509" y="1711192"/>
            <a:ext cx="15969792" cy="857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15"/>
              </a:lnSpc>
            </a:pPr>
            <a:r>
              <a:rPr lang="en-US" sz="2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[1] D. M. Pozar, Microwave Engineering, 4th ed. Hoboken, NJ, USA: Wiley, 2011.</a:t>
            </a:r>
          </a:p>
          <a:p>
            <a:pPr algn="just">
              <a:lnSpc>
                <a:spcPts val="4015"/>
              </a:lnSpc>
            </a:pPr>
            <a:r>
              <a:rPr lang="en-US" sz="2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[2] G. L. Matthaei, L. Young, and E. M. T. Jones, Microwave Filters, Impedance-Matching Networks, and Coupling Structures. Dedham, MA, USA: Artech House,</a:t>
            </a:r>
          </a:p>
          <a:p>
            <a:pPr algn="just">
              <a:lnSpc>
                <a:spcPts val="4015"/>
              </a:lnSpc>
            </a:pPr>
            <a:r>
              <a:rPr lang="en-US" sz="2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1980.</a:t>
            </a:r>
          </a:p>
          <a:p>
            <a:pPr algn="just">
              <a:lnSpc>
                <a:spcPts val="4015"/>
              </a:lnSpc>
            </a:pPr>
            <a:r>
              <a:rPr lang="en-US" sz="2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[3] S. Koziel and L. Leifsson, Simulation-Driven Design Optimization and Modeling for Microwave Engineering. London, U.K.: Imperial College Press, 2013.</a:t>
            </a:r>
          </a:p>
          <a:p>
            <a:pPr algn="just">
              <a:lnSpc>
                <a:spcPts val="4015"/>
              </a:lnSpc>
            </a:pPr>
            <a:r>
              <a:rPr lang="en-US" sz="2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[4] I. Goodfellow, Y. Bengio, and A. Courville, Deep Learning. Cambridge, MA, USA: MIT Press, 2016.</a:t>
            </a:r>
          </a:p>
          <a:p>
            <a:pPr algn="just">
              <a:lnSpc>
                <a:spcPts val="4015"/>
              </a:lnSpc>
            </a:pPr>
            <a:r>
              <a:rPr lang="en-US" sz="2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[5] K. Hornik, M. Stinchcombe, and H. White, “Multilayer feedforward networks are universal approximators,” Neural Networks, vol. 2, no. 5, pp. 359–366, 1989.</a:t>
            </a:r>
          </a:p>
          <a:p>
            <a:pPr algn="just">
              <a:lnSpc>
                <a:spcPts val="4015"/>
              </a:lnSpc>
            </a:pPr>
            <a:r>
              <a:rPr lang="en-US" sz="2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[6] R. Storn and K. Price, “Differential evolution—A simple and efficient heuristic for global optimization over continuous spaces,” Journal of Global Optimization, vol. 11, no. 4, pp. 341–359, 1997.</a:t>
            </a:r>
          </a:p>
          <a:p>
            <a:pPr algn="just">
              <a:lnSpc>
                <a:spcPts val="4015"/>
              </a:lnSpc>
            </a:pPr>
            <a:r>
              <a:rPr lang="en-US" sz="2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[7] J. Zhang, M. Liu, and Q. J. Zhang, “Machine learning based surrogate modeling for electromagnetic design,” IEEE Trans. Antennas Propag., vol. 68, no. 7, pp. 5183–5194,</a:t>
            </a:r>
          </a:p>
          <a:p>
            <a:pPr marL="655627" lvl="2" indent="-218542" algn="just">
              <a:lnSpc>
                <a:spcPts val="4015"/>
              </a:lnSpc>
            </a:pPr>
            <a:r>
              <a:rPr lang="en-US" sz="2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2020.</a:t>
            </a:r>
          </a:p>
        </p:txBody>
      </p:sp>
      <p:sp>
        <p:nvSpPr>
          <p:cNvPr id="5" name="Freeform 5"/>
          <p:cNvSpPr/>
          <p:nvPr/>
        </p:nvSpPr>
        <p:spPr>
          <a:xfrm rot="-574320">
            <a:off x="-167940" y="6387832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6" y="0"/>
                </a:lnTo>
                <a:lnTo>
                  <a:pt x="4840366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28544" y="723900"/>
            <a:ext cx="9205170" cy="1544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04651" y="2552767"/>
            <a:ext cx="15969792" cy="6650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15"/>
              </a:lnSpc>
            </a:pP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[8] X. Zhang, Y. Jin, and J. Cheng, “Surrogate-assisted evolutionary optimization of microwave filters,” IEEE Trans. </a:t>
            </a:r>
            <a:r>
              <a:rPr lang="en-US" sz="28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Microw</a:t>
            </a: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. Theory Techn., vol. 67, no. 6, pp. 2350–</a:t>
            </a:r>
          </a:p>
          <a:p>
            <a:pPr algn="just">
              <a:lnSpc>
                <a:spcPts val="4015"/>
              </a:lnSpc>
            </a:pP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2363, 2019.</a:t>
            </a:r>
          </a:p>
          <a:p>
            <a:pPr algn="just">
              <a:lnSpc>
                <a:spcPts val="4015"/>
              </a:lnSpc>
            </a:pP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[9] H. Wang et al., “Inverse design methodology for passive microstrip filters using generative adversarial networks and CNN predictors,” J. </a:t>
            </a:r>
            <a:r>
              <a:rPr lang="en-US" sz="28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Electromagn</a:t>
            </a: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. Waves Appl., 2023.</a:t>
            </a:r>
          </a:p>
          <a:p>
            <a:pPr algn="just">
              <a:lnSpc>
                <a:spcPts val="4015"/>
              </a:lnSpc>
            </a:pP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[10] M. Senel and F. Senel, “Parallel-coupled microstrip bandpass filters using DNN surrogate models and differential evolution,” Int. J. RF </a:t>
            </a:r>
            <a:r>
              <a:rPr lang="en-US" sz="28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Microw</a:t>
            </a: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. </a:t>
            </a:r>
            <a:r>
              <a:rPr lang="en-US" sz="28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Comput</a:t>
            </a: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.-Aided</a:t>
            </a:r>
          </a:p>
          <a:p>
            <a:pPr algn="just">
              <a:lnSpc>
                <a:spcPts val="4015"/>
              </a:lnSpc>
            </a:pP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Eng., 2022.</a:t>
            </a:r>
          </a:p>
          <a:p>
            <a:pPr algn="just">
              <a:lnSpc>
                <a:spcPts val="4015"/>
              </a:lnSpc>
            </a:pP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[11] “Generative AI and GAN architectures for customized filter layouts,” Optical and Quantum Electronics, 2024.</a:t>
            </a:r>
          </a:p>
          <a:p>
            <a:pPr algn="just">
              <a:lnSpc>
                <a:spcPts val="4015"/>
              </a:lnSpc>
            </a:pPr>
            <a:r>
              <a:rPr lang="en-US" sz="28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[12] “Deep learning application in bandpass filter optimization for S-parameter accuracy,” Measurement, 2023.</a:t>
            </a:r>
          </a:p>
        </p:txBody>
      </p:sp>
      <p:sp>
        <p:nvSpPr>
          <p:cNvPr id="5" name="Freeform 5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Freeform 3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21509" y="3004034"/>
            <a:ext cx="15030092" cy="6254266"/>
          </a:xfrm>
          <a:custGeom>
            <a:avLst/>
            <a:gdLst/>
            <a:ahLst/>
            <a:cxnLst/>
            <a:rect l="l" t="t" r="r" b="b"/>
            <a:pathLst>
              <a:path w="15030092" h="6254266">
                <a:moveTo>
                  <a:pt x="0" y="0"/>
                </a:moveTo>
                <a:lnTo>
                  <a:pt x="15030092" y="0"/>
                </a:lnTo>
                <a:lnTo>
                  <a:pt x="15030092" y="6254266"/>
                </a:lnTo>
                <a:lnTo>
                  <a:pt x="0" y="625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28544" y="723900"/>
            <a:ext cx="9205170" cy="139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APPENDIX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Freeform 3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28544" y="2830788"/>
            <a:ext cx="9246511" cy="6223794"/>
          </a:xfrm>
          <a:custGeom>
            <a:avLst/>
            <a:gdLst/>
            <a:ahLst/>
            <a:cxnLst/>
            <a:rect l="l" t="t" r="r" b="b"/>
            <a:pathLst>
              <a:path w="9246511" h="6223794">
                <a:moveTo>
                  <a:pt x="0" y="0"/>
                </a:moveTo>
                <a:lnTo>
                  <a:pt x="9246511" y="0"/>
                </a:lnTo>
                <a:lnTo>
                  <a:pt x="9246511" y="6223794"/>
                </a:lnTo>
                <a:lnTo>
                  <a:pt x="0" y="6223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28544" y="723900"/>
            <a:ext cx="9205170" cy="139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APPENDIX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1600" y="3813248"/>
            <a:ext cx="16687800" cy="1700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4800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  <a:hlinkClick r:id="rId3"/>
              </a:rPr>
              <a:t>https://zingy-sherbet-a4f08c.netlify.app/</a:t>
            </a:r>
            <a:endParaRPr lang="en-US" sz="4800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Freeform 4"/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7" r="-48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01C26-C816-A8B3-30B9-2544496B5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8F4FFC-2BB6-B705-C43A-F92146998CAE}"/>
              </a:ext>
            </a:extLst>
          </p:cNvPr>
          <p:cNvSpPr/>
          <p:nvPr/>
        </p:nvSpPr>
        <p:spPr>
          <a:xfrm rot="5400000">
            <a:off x="-598675" y="-1743170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7" r="-48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66D8C73-8EDD-EB01-C684-C4656C3F6159}"/>
              </a:ext>
            </a:extLst>
          </p:cNvPr>
          <p:cNvSpPr txBox="1"/>
          <p:nvPr/>
        </p:nvSpPr>
        <p:spPr>
          <a:xfrm>
            <a:off x="2668324" y="3813248"/>
            <a:ext cx="12951352" cy="2203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4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76404AA-4189-60FC-8C0B-0B75B10400ED}"/>
              </a:ext>
            </a:extLst>
          </p:cNvPr>
          <p:cNvSpPr/>
          <p:nvPr/>
        </p:nvSpPr>
        <p:spPr>
          <a:xfrm rot="-574320">
            <a:off x="-598675" y="5498906"/>
            <a:ext cx="4840367" cy="6758254"/>
          </a:xfrm>
          <a:custGeom>
            <a:avLst/>
            <a:gdLst/>
            <a:ahLst/>
            <a:cxnLst/>
            <a:rect l="l" t="t" r="r" b="b"/>
            <a:pathLst>
              <a:path w="4840367" h="6758254">
                <a:moveTo>
                  <a:pt x="0" y="0"/>
                </a:moveTo>
                <a:lnTo>
                  <a:pt x="4840367" y="0"/>
                </a:lnTo>
                <a:lnTo>
                  <a:pt x="4840367" y="6758255"/>
                </a:lnTo>
                <a:lnTo>
                  <a:pt x="0" y="6758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r="-48"/>
            </a:stretch>
          </a:blipFill>
        </p:spPr>
      </p:sp>
    </p:spTree>
    <p:extLst>
      <p:ext uri="{BB962C8B-B14F-4D97-AF65-F5344CB8AC3E}">
        <p14:creationId xmlns:p14="http://schemas.microsoft.com/office/powerpoint/2010/main" val="15490579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1203</Words>
  <Application>Microsoft Office PowerPoint</Application>
  <PresentationFormat>Custom</PresentationFormat>
  <Paragraphs>121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Garet Bold</vt:lpstr>
      <vt:lpstr>Calibri</vt:lpstr>
      <vt:lpstr>Alexandria</vt:lpstr>
      <vt:lpstr>Garet</vt:lpstr>
      <vt:lpstr>Alexandria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review  ppt.pptx</dc:title>
  <cp:lastModifiedBy>HINDUJAA KARUNAKARAN</cp:lastModifiedBy>
  <cp:revision>1</cp:revision>
  <dcterms:created xsi:type="dcterms:W3CDTF">2006-08-16T00:00:00Z</dcterms:created>
  <dcterms:modified xsi:type="dcterms:W3CDTF">2026-03-30T04:28:59Z</dcterms:modified>
  <dc:identifier>DAHBxWFBRt0</dc:identifier>
</cp:coreProperties>
</file>